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Latency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auth median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1.8798333333333332</c:v>
                </c:pt>
                <c:pt idx="1">
                  <c:v>1.9639999999999997</c:v>
                </c:pt>
                <c:pt idx="2">
                  <c:v>2.186833333333333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auth p95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3.280383333333333</c:v>
                </c:pt>
                <c:pt idx="1">
                  <c:v>4.379549999999999</c:v>
                </c:pt>
                <c:pt idx="2">
                  <c:v>7.379766666666662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handover median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1.4286666666666665</c:v>
                </c:pt>
                <c:pt idx="1">
                  <c:v>1.5913333333333333</c:v>
                </c:pt>
                <c:pt idx="2">
                  <c:v>1.9621666666666666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Mean BSM size (bytes)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 in every BSM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332.9213986086284</c:v>
                </c:pt>
                <c:pt idx="1">
                  <c:v>332.9217982749571</c:v>
                </c:pt>
                <c:pt idx="2">
                  <c:v>332.92161472036304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ticket 1/s, 8-byte digest otherwise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189.4353025865573</c:v>
                </c:pt>
                <c:pt idx="1">
                  <c:v>189.51686971508124</c:v>
                </c:pt>
                <c:pt idx="2">
                  <c:v>189.64757632531837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Channel busy at RSUs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3.057084678834104</c:v>
                </c:pt>
                <c:pt idx="1">
                  <c:v>5.837455474993116</c:v>
                </c:pt>
                <c:pt idx="2">
                  <c:v>8.621750254015874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digest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2.1980446619831886</c:v>
                </c:pt>
                <c:pt idx="1">
                  <c:v>4.103534616874873</c:v>
                </c:pt>
                <c:pt idx="2">
                  <c:v>6.017974451270946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First lying BSM → report (s, median)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lying BSM → report (median, 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0.9718443333333339</c:v>
                </c:pt>
                <c:pt idx="1">
                  <c:v>1.0655183333333327</c:v>
                </c:pt>
                <c:pt idx="2">
                  <c:v>0.1636196666666656</c:v>
                </c:pt>
                <c:pt idx="3">
                  <c:v>0.26333750000000045</c:v>
                </c:pt>
                <c:pt idx="4">
                  <c:v>1.0994401666666669</c:v>
                </c:pt>
                <c:pt idx="5">
                  <c:v>1.0655183333333327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reported / revoked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94.44444444444446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revoked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66.66666666666666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revoked within 120 s (%), const_pos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attackers revoked (%)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94.44444444444446</c:v>
                </c:pt>
                <c:pt idx="1">
                  <c:v>66.66666666666666</c:v>
                </c:pt>
                <c:pt idx="2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Report → revocation (s, 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 → revocation (s)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0.464503011111112</c:v>
                </c:pt>
                <c:pt idx="1">
                  <c:v>10.571601133333337</c:v>
                </c:pt>
                <c:pt idx="2">
                  <c:v>25.00778873333333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Latency at 60 vehicles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auth median (ms)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Ours (ZKP + ledger)</c:v>
                  </c:pt>
                  <c:pt idx="1">
                    <c:v>ECDSA certificates</c:v>
                  </c:pt>
                  <c:pt idx="2">
                    <c:v>Central authority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1.9639999999999997</c:v>
                </c:pt>
                <c:pt idx="1">
                  <c:v>1.2751666666666666</c:v>
                </c:pt>
                <c:pt idx="2">
                  <c:v>22.247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handover median (ms)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Ours (ZKP + ledger)</c:v>
                  </c:pt>
                  <c:pt idx="1">
                    <c:v>ECDSA certificates</c:v>
                  </c:pt>
                  <c:pt idx="2">
                    <c:v>Central authority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1.5913333333333333</c:v>
                </c:pt>
                <c:pt idx="1">
                  <c:v>1.2163333333333333</c:v>
                </c:pt>
                <c:pt idx="2">
                  <c:v>22.203333333333333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vehicles authenticate without revealing who they are, liars get revoked by two independent RSUs, and only a threshold of RSU organisations can unmask a revoked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schemes give two or three of these. The point of the project is to give all five and show the cost on a realistic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Authentication never waits for a block: ledger reads are local, the ticket is immediate, and neighbours get PREAUTH over the 2 ms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of power: RSUs can revoke (two must agree) but don't know who it is; the TA can decrypt only with t RSU shares after an auditable on-ledger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Anonymous, accountable authentication for VANETs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Zero-knowledge proofs at the roadside, revocation and identity escrow on Hyperledger Fabric, measured on an 802.11p channel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274320" cy="2743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</a:rPr>
              <a:t>Mechanism and results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properties the system must give at once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Authentication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Only registered vehicles get a ticket; every safety message is signed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Privacy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RSUs and the ledger see unlinkable pseudonyms, never identities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64592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Misbehaviour detection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Plausibility checks on every BSM at the RSU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02336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Revocation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Two different RSUs must report before a pseudonym is revoked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402336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Accountability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 organisations can unmask a revoked vehicle; the TA alone cannot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Vehicle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 pseudonym key pairs + Merkle paths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ZK proof to authenticate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Signs every BSM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2628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RSU (9)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Verifies proofs, issues 30 s tickets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Checks every BSM, runs detector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Holds one escrow key share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50392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5B6B7A"/>
          </a:solidFill>
          <a:ln w="12700">
            <a:solidFill>
              <a:srgbClr val="5B6B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4108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Fabric ledger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Merkle root, policy, auths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Reports, revocations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Trace votes — no identities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26280" y="4160520"/>
            <a:ext cx="3108960" cy="1737360"/>
          </a:xfrm>
          <a:prstGeom prst="roundRect">
            <a:avLst>
              <a:gd name="adj" fmla="val 5263"/>
            </a:avLst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42519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Trusted Authority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Registers pseudonyms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Encrypts identity, splits key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Cannot unmask alone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524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6080760" y="3291840"/>
            <a:ext cx="914" cy="868680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802.11p radio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RSUs read the ledger locally; a write is visible to other RSUs after the commit (~0.5 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key shares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Simulation: SUMO 1 km² grid, 9 RSUs (450 m grid, 300 m service range), IEEE 802.11p 6 Mb/s, ns-3 or the calibrated lite backend.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vehicle's journey through the protocol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600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Register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Merkle root of all pseudonyms on the ledger; identity escrowed (AES-GCM + Shamir)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Beacon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fresh nonce every 100 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155448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06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006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490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ZK auth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Schnorr proof bound to nonce, RSU, service + Merkle membership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064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06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Ticket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30 s ticket, records it on the ledger, PREAUTHs neighbours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06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0010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Signed BSMs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10 Hz, pseudonym signature; full ticket once a second, 8-byte digest otherwise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06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06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01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9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Handover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549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Ticket + signature to the next RSU, accepted via ledger or PREAUTH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07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New pseudonym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Every 3 sessions, for unlinkability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6"/>
                </a:solidFill>
              </a:rPr>
              <a:t>The proof: </a:t>
            </a:r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 = r·G (precomputed), c = H(R ‖ Y ‖ rsu ‖ nonce ‖ time ‖ service ‖ pid ‖ class), s = r + c·x.  RSU checks s·G = R + c·Y. It learns only that the sender owns a registered key, and the proof cannot be replayed elsewhere.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lying BSM to a fully excluded vehicle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Detect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11 plausibility checks per BSM (range, position jump, speed vs path, acceleration, rate, replay, sybil…)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Report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K = 3 flagged BSMs out of the last 10 → RSU reports the pseudonym with an evidence hash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Revoke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Ledger revokes when 2 different RSUs reported — one RSU cannot revoke anyone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Trace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 opens a trace request; RSU organisations approve it on the ledger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Unmask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RSUs release key shares only for an approved trace; TA decrypts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Exclude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TA revokes all 5 pseudonyms of that vehicle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 (60 vehicles, 6 attackers, 3 seeds)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ms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authentication latency (median, incl. ZKP)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ms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handover latency (median)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attackers reported (all 6 attack types)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E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honest vehicles revoked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BSM delivery ratio 0.951, channel busy 4.1 % at RSUs, 145 security bytes per BSM.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First lying BSM → report: median 0.77 s; report → revocation visible: 3.8 s (mean over attacks).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Lite 802.11p backend, mock ledger (500 ms commit), 120 s runs, mean of 3 seeds. Source: docs/results/.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stays at a few milliseconds as traffic grows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463040"/>
            <a:ext cx="3749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A36"/>
                </a:solidFill>
              </a:rPr>
              <a:t>What is inside the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Radio airtime, MAC queueing, and measured crypto: prove 0.04 ms, verify 0.08 ms, sign 0.08 ms.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No ledger wait: the ticket is issued before the commit lands.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Handovers succeed 99 % of the time; 31 % were accepted through backbone PREAUTH before the ledger record was visible.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 digest halves the security overhead of every BSM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Same idea as the IEEE 1609.2 certificate digest. The digest is inside the signed payload and maps only to a ticket the RSU verified itself.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attack type is caught within about a second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00800" y="1325880"/>
          <a:ext cx="5212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const_pos is the hard case: a constant offset is only implausible once it crosses the radio range, and a car seen by one RSU only is reported but not revoked.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RSUs must agree? Speed against trust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K = 1 revokes fastest but lets any single (possibly compromised) RSU revoke anyone. We keep K = 2: no single RSU can revoke.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baselines: privacy and accountability for ~1 ms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13716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ECDSA PKI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bytes / BSM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busy at RSUs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cannot link pseudonyms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single party can unmask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online authority per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46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006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Same roads, radio, attackers and detector for all three. ECDSA is ~0.7 ms faster and its BSMs are smaller; the central authority pays a 20 ms backbone round trip on every request. Detection and revocation numbers are equal by construction (same detector and ledger), so they are not a comparison point.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Property rows are design properties, not measurements. Full IEEE 1609.2 SCMS also splits linkage across authorities, at the cost of more online infrastructure.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fixed to get trustworthy numbers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Experiments run the real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stand-in stub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ZKP protocol everywhere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from attack start: 14–31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first lying BSM: 0.2–1.1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 change vs. ghost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pseudonym change flagged as overlap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radio ignored; 0 honest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Leaving vehicles in lite 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 toward parking spot, flagged 'range'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jump held; no false range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in every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333 B per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B per BSM (digest)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experiment sweeps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failed at random (scenario build race)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scenarios built once, no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All changes are covered by tests (89 passing). Details: docs/HOW_IT_WORKS.md, section 8.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Limitations we state up front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Mock ledger commit time is a setting (500 ms); Fabric numbers come from the gateway benchmark.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Lite radio for these runs; final numbers with ns-3.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Detector tuned on generated data; VeReMi NextGen not yet run.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The RSU that sees a pseudonym change can link old and new pid.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Next steps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Run the same configs with --backend ns3 and --ledger on real Fabric.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Evaluate the detector on VeReMi NextGen test split.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RSSI / angle-of-arrival check for constant-offset attacks.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Compare against ECDSA certificates and a central authority (compare_schemes.json).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to everyone, accountable to a quorum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Millisecond authentication, 190-byte signed BSMs, every attack type reported, no honest vehicle revoked.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Reproduce: python experiments/run.py --config experiments/configs/compare_bsm_ticket.json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VANET authentication: mechanism and results</dc:title>
  <dc:subject>PptxGenJS Presentation</dc:subject>
  <dc:creator>PptxGenJS</dc:creator>
  <cp:lastModifiedBy>PptxGenJS</cp:lastModifiedBy>
  <cp:revision>1</cp:revision>
  <dcterms:created xsi:type="dcterms:W3CDTF">2026-10-20T09:55:58Z</dcterms:created>
  <dcterms:modified xsi:type="dcterms:W3CDTF">2026-10-20T09:55:58Z</dcterms:modified>
</cp:coreProperties>
</file>